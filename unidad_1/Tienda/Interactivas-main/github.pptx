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legraf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Open Sauce" charset="1" panose="00000500000000000000"/>
      <p:regular r:id="rId17"/>
    </p:embeddedFont>
    <p:embeddedFont>
      <p:font typeface="Open Sans" charset="1" panose="020B0606030504020204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18423" y="6189952"/>
            <a:ext cx="2051154" cy="2051154"/>
          </a:xfrm>
          <a:custGeom>
            <a:avLst/>
            <a:gdLst/>
            <a:ahLst/>
            <a:cxnLst/>
            <a:rect r="r" b="b" t="t" l="l"/>
            <a:pathLst>
              <a:path h="2051154" w="2051154">
                <a:moveTo>
                  <a:pt x="0" y="0"/>
                </a:moveTo>
                <a:lnTo>
                  <a:pt x="2051154" y="0"/>
                </a:lnTo>
                <a:lnTo>
                  <a:pt x="2051154" y="2051154"/>
                </a:lnTo>
                <a:lnTo>
                  <a:pt x="0" y="2051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3372" y="7677650"/>
            <a:ext cx="2000366" cy="2051141"/>
          </a:xfrm>
          <a:custGeom>
            <a:avLst/>
            <a:gdLst/>
            <a:ahLst/>
            <a:cxnLst/>
            <a:rect r="r" b="b" t="t" l="l"/>
            <a:pathLst>
              <a:path h="2051141" w="2000366">
                <a:moveTo>
                  <a:pt x="0" y="0"/>
                </a:moveTo>
                <a:lnTo>
                  <a:pt x="2000366" y="0"/>
                </a:lnTo>
                <a:lnTo>
                  <a:pt x="2000366" y="2051141"/>
                </a:lnTo>
                <a:lnTo>
                  <a:pt x="0" y="2051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68" t="0" r="0" b="-198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1960" y="9002119"/>
            <a:ext cx="4747340" cy="8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Ing. Jesús Alejandro Hernández Alonso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2057400"/>
            <a:ext cx="8123853" cy="7499107"/>
            <a:chOff x="0" y="0"/>
            <a:chExt cx="2139616" cy="1975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9616" cy="1975074"/>
            </a:xfrm>
            <a:custGeom>
              <a:avLst/>
              <a:gdLst/>
              <a:ahLst/>
              <a:cxnLst/>
              <a:rect r="r" b="b" t="t" l="l"/>
              <a:pathLst>
                <a:path h="1975074" w="2139616">
                  <a:moveTo>
                    <a:pt x="53367" y="0"/>
                  </a:moveTo>
                  <a:lnTo>
                    <a:pt x="2086248" y="0"/>
                  </a:lnTo>
                  <a:cubicBezTo>
                    <a:pt x="2100402" y="0"/>
                    <a:pt x="2113976" y="5623"/>
                    <a:pt x="2123985" y="15631"/>
                  </a:cubicBezTo>
                  <a:cubicBezTo>
                    <a:pt x="2133993" y="25639"/>
                    <a:pt x="2139616" y="39213"/>
                    <a:pt x="2139616" y="53367"/>
                  </a:cubicBezTo>
                  <a:lnTo>
                    <a:pt x="2139616" y="1921706"/>
                  </a:lnTo>
                  <a:cubicBezTo>
                    <a:pt x="2139616" y="1951180"/>
                    <a:pt x="2115722" y="1975074"/>
                    <a:pt x="2086248" y="1975074"/>
                  </a:cubicBezTo>
                  <a:lnTo>
                    <a:pt x="53367" y="1975074"/>
                  </a:lnTo>
                  <a:cubicBezTo>
                    <a:pt x="39213" y="1975074"/>
                    <a:pt x="25639" y="1969451"/>
                    <a:pt x="15631" y="1959443"/>
                  </a:cubicBezTo>
                  <a:cubicBezTo>
                    <a:pt x="5623" y="1949434"/>
                    <a:pt x="0" y="1935860"/>
                    <a:pt x="0" y="1921706"/>
                  </a:cubicBezTo>
                  <a:lnTo>
                    <a:pt x="0" y="53367"/>
                  </a:lnTo>
                  <a:cubicBezTo>
                    <a:pt x="0" y="39213"/>
                    <a:pt x="5623" y="25639"/>
                    <a:pt x="15631" y="15631"/>
                  </a:cubicBezTo>
                  <a:cubicBezTo>
                    <a:pt x="25639" y="5623"/>
                    <a:pt x="39213" y="0"/>
                    <a:pt x="533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39616" cy="204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38970" y="5389936"/>
            <a:ext cx="8312725" cy="4166571"/>
            <a:chOff x="0" y="0"/>
            <a:chExt cx="1287859" cy="645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7859" cy="645511"/>
            </a:xfrm>
            <a:custGeom>
              <a:avLst/>
              <a:gdLst/>
              <a:ahLst/>
              <a:cxnLst/>
              <a:rect r="r" b="b" t="t" l="l"/>
              <a:pathLst>
                <a:path h="645511" w="1287859">
                  <a:moveTo>
                    <a:pt x="52155" y="0"/>
                  </a:moveTo>
                  <a:lnTo>
                    <a:pt x="1235704" y="0"/>
                  </a:lnTo>
                  <a:cubicBezTo>
                    <a:pt x="1264508" y="0"/>
                    <a:pt x="1287859" y="23350"/>
                    <a:pt x="1287859" y="52155"/>
                  </a:cubicBezTo>
                  <a:lnTo>
                    <a:pt x="1287859" y="593356"/>
                  </a:lnTo>
                  <a:cubicBezTo>
                    <a:pt x="1287859" y="622160"/>
                    <a:pt x="1264508" y="645511"/>
                    <a:pt x="1235704" y="645511"/>
                  </a:cubicBezTo>
                  <a:lnTo>
                    <a:pt x="52155" y="645511"/>
                  </a:lnTo>
                  <a:cubicBezTo>
                    <a:pt x="23350" y="645511"/>
                    <a:pt x="0" y="622160"/>
                    <a:pt x="0" y="593356"/>
                  </a:cubicBezTo>
                  <a:lnTo>
                    <a:pt x="0" y="52155"/>
                  </a:lnTo>
                  <a:cubicBezTo>
                    <a:pt x="0" y="23350"/>
                    <a:pt x="23350" y="0"/>
                    <a:pt x="52155" y="0"/>
                  </a:cubicBezTo>
                  <a:close/>
                </a:path>
              </a:pathLst>
            </a:custGeom>
            <a:blipFill>
              <a:blip r:embed="rId2"/>
              <a:stretch>
                <a:fillRect l="-1806" t="0" r="-180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61559" y="1815871"/>
            <a:ext cx="6467546" cy="3170585"/>
          </a:xfrm>
          <a:custGeom>
            <a:avLst/>
            <a:gdLst/>
            <a:ahLst/>
            <a:cxnLst/>
            <a:rect r="r" b="b" t="t" l="l"/>
            <a:pathLst>
              <a:path h="3170585" w="6467546">
                <a:moveTo>
                  <a:pt x="0" y="0"/>
                </a:moveTo>
                <a:lnTo>
                  <a:pt x="6467546" y="0"/>
                </a:lnTo>
                <a:lnTo>
                  <a:pt x="6467546" y="3170586"/>
                </a:lnTo>
                <a:lnTo>
                  <a:pt x="0" y="3170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94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7392" y="5441797"/>
            <a:ext cx="6797040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es un sistema de control de versiones distribuido. Permite registrar los cambios que se realizan en un proyecto a lo largo del tiempo.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6346" y="2974397"/>
            <a:ext cx="7719401" cy="11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¿Que es git?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1290" y="3790939"/>
            <a:ext cx="1669311" cy="1669311"/>
          </a:xfrm>
          <a:custGeom>
            <a:avLst/>
            <a:gdLst/>
            <a:ahLst/>
            <a:cxnLst/>
            <a:rect r="r" b="b" t="t" l="l"/>
            <a:pathLst>
              <a:path h="1669311" w="1669311">
                <a:moveTo>
                  <a:pt x="0" y="0"/>
                </a:moveTo>
                <a:lnTo>
                  <a:pt x="1669312" y="0"/>
                </a:lnTo>
                <a:lnTo>
                  <a:pt x="1669312" y="1669312"/>
                </a:lnTo>
                <a:lnTo>
                  <a:pt x="0" y="166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10727" y="3474189"/>
            <a:ext cx="1986062" cy="1986062"/>
          </a:xfrm>
          <a:custGeom>
            <a:avLst/>
            <a:gdLst/>
            <a:ahLst/>
            <a:cxnLst/>
            <a:rect r="r" b="b" t="t" l="l"/>
            <a:pathLst>
              <a:path h="1986062" w="1986062">
                <a:moveTo>
                  <a:pt x="0" y="0"/>
                </a:moveTo>
                <a:lnTo>
                  <a:pt x="1986062" y="0"/>
                </a:lnTo>
                <a:lnTo>
                  <a:pt x="1986062" y="1986062"/>
                </a:lnTo>
                <a:lnTo>
                  <a:pt x="0" y="198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9143" y="6428386"/>
            <a:ext cx="1833605" cy="2035080"/>
          </a:xfrm>
          <a:custGeom>
            <a:avLst/>
            <a:gdLst/>
            <a:ahLst/>
            <a:cxnLst/>
            <a:rect r="r" b="b" t="t" l="l"/>
            <a:pathLst>
              <a:path h="2035080" w="1833605">
                <a:moveTo>
                  <a:pt x="0" y="0"/>
                </a:moveTo>
                <a:lnTo>
                  <a:pt x="1833605" y="0"/>
                </a:lnTo>
                <a:lnTo>
                  <a:pt x="1833605" y="2035080"/>
                </a:lnTo>
                <a:lnTo>
                  <a:pt x="0" y="2035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94898" y="6774701"/>
            <a:ext cx="2588664" cy="1596343"/>
          </a:xfrm>
          <a:custGeom>
            <a:avLst/>
            <a:gdLst/>
            <a:ahLst/>
            <a:cxnLst/>
            <a:rect r="r" b="b" t="t" l="l"/>
            <a:pathLst>
              <a:path h="1596343" w="2588664">
                <a:moveTo>
                  <a:pt x="0" y="0"/>
                </a:moveTo>
                <a:lnTo>
                  <a:pt x="2588664" y="0"/>
                </a:lnTo>
                <a:lnTo>
                  <a:pt x="2588664" y="1596342"/>
                </a:lnTo>
                <a:lnTo>
                  <a:pt x="0" y="15963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85322" y="3606816"/>
            <a:ext cx="8967939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es una plataforma que permite alojar repositorios Git en Internet y facilita la colaboración entre desarrolladores.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y GitHub no son lo mismo.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3845" y="2439110"/>
            <a:ext cx="3472079" cy="8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66"/>
              </a:lnSpc>
            </a:pPr>
            <a:r>
              <a:rPr lang="en-US" sz="4904" spc="-2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Alternativas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5160" y="2509535"/>
            <a:ext cx="9315752" cy="116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spc="-36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¿Qué es GitHub?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80497" y="5955327"/>
            <a:ext cx="5297104" cy="32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de control de versiones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 localmente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Registra cambios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crear commits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 utilizarse sin GitHub</a:t>
            </a: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943171" y="5955327"/>
            <a:ext cx="5502403" cy="32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para alojar y colaborar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 principalmente en Internet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compartir esos cambios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revisar y colaborar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Git como base</a:t>
            </a: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790346"/>
            <a:ext cx="6301476" cy="7467954"/>
            <a:chOff x="0" y="0"/>
            <a:chExt cx="1659648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9648" cy="1966869"/>
            </a:xfrm>
            <a:custGeom>
              <a:avLst/>
              <a:gdLst/>
              <a:ahLst/>
              <a:cxnLst/>
              <a:rect r="r" b="b" t="t" l="l"/>
              <a:pathLst>
                <a:path h="1966869" w="1659648">
                  <a:moveTo>
                    <a:pt x="68801" y="0"/>
                  </a:moveTo>
                  <a:lnTo>
                    <a:pt x="1590847" y="0"/>
                  </a:lnTo>
                  <a:cubicBezTo>
                    <a:pt x="1609094" y="0"/>
                    <a:pt x="1626594" y="7249"/>
                    <a:pt x="1639497" y="20151"/>
                  </a:cubicBezTo>
                  <a:cubicBezTo>
                    <a:pt x="1652399" y="33054"/>
                    <a:pt x="1659648" y="50554"/>
                    <a:pt x="1659648" y="68801"/>
                  </a:cubicBezTo>
                  <a:lnTo>
                    <a:pt x="1659648" y="1898067"/>
                  </a:lnTo>
                  <a:cubicBezTo>
                    <a:pt x="1659648" y="1916315"/>
                    <a:pt x="1652399" y="1933815"/>
                    <a:pt x="1639497" y="1946717"/>
                  </a:cubicBezTo>
                  <a:cubicBezTo>
                    <a:pt x="1626594" y="1959620"/>
                    <a:pt x="1609094" y="1966869"/>
                    <a:pt x="1590847" y="1966869"/>
                  </a:cubicBezTo>
                  <a:lnTo>
                    <a:pt x="68801" y="1966869"/>
                  </a:lnTo>
                  <a:cubicBezTo>
                    <a:pt x="50554" y="1966869"/>
                    <a:pt x="33054" y="1959620"/>
                    <a:pt x="20151" y="1946717"/>
                  </a:cubicBezTo>
                  <a:cubicBezTo>
                    <a:pt x="7249" y="1933815"/>
                    <a:pt x="0" y="1916315"/>
                    <a:pt x="0" y="1898067"/>
                  </a:cubicBezTo>
                  <a:lnTo>
                    <a:pt x="0" y="68801"/>
                  </a:lnTo>
                  <a:cubicBezTo>
                    <a:pt x="0" y="50554"/>
                    <a:pt x="7249" y="33054"/>
                    <a:pt x="20151" y="20151"/>
                  </a:cubicBezTo>
                  <a:cubicBezTo>
                    <a:pt x="33054" y="7249"/>
                    <a:pt x="50554" y="0"/>
                    <a:pt x="68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59648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03689" y="1851792"/>
            <a:ext cx="9783203" cy="7406508"/>
            <a:chOff x="0" y="0"/>
            <a:chExt cx="2576646" cy="19506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6646" cy="1950685"/>
            </a:xfrm>
            <a:custGeom>
              <a:avLst/>
              <a:gdLst/>
              <a:ahLst/>
              <a:cxnLst/>
              <a:rect r="r" b="b" t="t" l="l"/>
              <a:pathLst>
                <a:path h="1950685" w="2576646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906370"/>
                  </a:lnTo>
                  <a:cubicBezTo>
                    <a:pt x="2576646" y="1918123"/>
                    <a:pt x="2571977" y="1929395"/>
                    <a:pt x="2563667" y="1937706"/>
                  </a:cubicBezTo>
                  <a:cubicBezTo>
                    <a:pt x="2555356" y="1946016"/>
                    <a:pt x="2544084" y="1950685"/>
                    <a:pt x="2532331" y="1950685"/>
                  </a:cubicBezTo>
                  <a:lnTo>
                    <a:pt x="44315" y="1950685"/>
                  </a:lnTo>
                  <a:cubicBezTo>
                    <a:pt x="32562" y="1950685"/>
                    <a:pt x="21290" y="1946016"/>
                    <a:pt x="12980" y="1937706"/>
                  </a:cubicBezTo>
                  <a:cubicBezTo>
                    <a:pt x="4669" y="1929395"/>
                    <a:pt x="0" y="1918123"/>
                    <a:pt x="0" y="190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76646" cy="201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55214" y="2371733"/>
            <a:ext cx="4388259" cy="6248029"/>
          </a:xfrm>
          <a:custGeom>
            <a:avLst/>
            <a:gdLst/>
            <a:ahLst/>
            <a:cxnLst/>
            <a:rect r="r" b="b" t="t" l="l"/>
            <a:pathLst>
              <a:path h="6248029" w="4388259">
                <a:moveTo>
                  <a:pt x="0" y="0"/>
                </a:moveTo>
                <a:lnTo>
                  <a:pt x="4388259" y="0"/>
                </a:lnTo>
                <a:lnTo>
                  <a:pt x="4388259" y="6248030"/>
                </a:lnTo>
                <a:lnTo>
                  <a:pt x="0" y="6248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63" t="0" r="-2311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60731" y="3945631"/>
            <a:ext cx="8269119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agrega herramientas para trabajar en equipo.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460731" y="2611367"/>
            <a:ext cx="8656428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5799" spc="-26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¿Para qué sirve GitHub?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50000" y="5429073"/>
            <a:ext cx="4101537" cy="32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Almacenar proyectos.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Compartir código.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 en equipo.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Revisar código.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ramas.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Pull Requests.</a:t>
            </a:r>
          </a:p>
          <a:p>
            <a:pPr algn="l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Reportar errores mediante Issues.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07164" y="5429073"/>
            <a:ext cx="5079728" cy="32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Administrar proyectos.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Documentar proyectos mediante README.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Integrar herramientas de automatización.</a:t>
            </a:r>
          </a:p>
          <a:p>
            <a:pPr algn="l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Mantener proyectos públicos o privados.</a:t>
            </a: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0398" y="1894724"/>
            <a:ext cx="8875194" cy="7599868"/>
            <a:chOff x="0" y="0"/>
            <a:chExt cx="1375000" cy="11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500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375000">
                  <a:moveTo>
                    <a:pt x="48849" y="0"/>
                  </a:moveTo>
                  <a:lnTo>
                    <a:pt x="1326150" y="0"/>
                  </a:lnTo>
                  <a:cubicBezTo>
                    <a:pt x="1353129" y="0"/>
                    <a:pt x="1375000" y="21871"/>
                    <a:pt x="1375000" y="48849"/>
                  </a:cubicBezTo>
                  <a:lnTo>
                    <a:pt x="1375000" y="1128569"/>
                  </a:lnTo>
                  <a:cubicBezTo>
                    <a:pt x="1375000" y="1155548"/>
                    <a:pt x="1353129" y="1177418"/>
                    <a:pt x="1326150" y="1177418"/>
                  </a:cubicBezTo>
                  <a:lnTo>
                    <a:pt x="48849" y="1177418"/>
                  </a:lnTo>
                  <a:cubicBezTo>
                    <a:pt x="21871" y="1177418"/>
                    <a:pt x="0" y="1155548"/>
                    <a:pt x="0" y="1128569"/>
                  </a:cubicBezTo>
                  <a:lnTo>
                    <a:pt x="0" y="48849"/>
                  </a:lnTo>
                  <a:cubicBezTo>
                    <a:pt x="0" y="21871"/>
                    <a:pt x="21871" y="0"/>
                    <a:pt x="48849" y="0"/>
                  </a:cubicBezTo>
                  <a:close/>
                </a:path>
              </a:pathLst>
            </a:custGeom>
            <a:blipFill>
              <a:blip r:embed="rId2"/>
              <a:stretch>
                <a:fillRect l="-14142" t="0" r="-1414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3986" y="1894724"/>
            <a:ext cx="7145508" cy="2073004"/>
            <a:chOff x="0" y="0"/>
            <a:chExt cx="1881944" cy="5459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1944" cy="545976"/>
            </a:xfrm>
            <a:custGeom>
              <a:avLst/>
              <a:gdLst/>
              <a:ahLst/>
              <a:cxnLst/>
              <a:rect r="r" b="b" t="t" l="l"/>
              <a:pathLst>
                <a:path h="54597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485302"/>
                  </a:lnTo>
                  <a:cubicBezTo>
                    <a:pt x="1881944" y="501394"/>
                    <a:pt x="1875552" y="516827"/>
                    <a:pt x="1864173" y="528205"/>
                  </a:cubicBezTo>
                  <a:cubicBezTo>
                    <a:pt x="1852795" y="539584"/>
                    <a:pt x="1837362" y="545976"/>
                    <a:pt x="1821270" y="545976"/>
                  </a:cubicBezTo>
                  <a:lnTo>
                    <a:pt x="60674" y="545976"/>
                  </a:lnTo>
                  <a:cubicBezTo>
                    <a:pt x="27165" y="545976"/>
                    <a:pt x="0" y="518812"/>
                    <a:pt x="0" y="48530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81944" cy="61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8903" y="4605903"/>
            <a:ext cx="7145508" cy="4968939"/>
            <a:chOff x="0" y="0"/>
            <a:chExt cx="1881944" cy="1308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1944" cy="1308692"/>
            </a:xfrm>
            <a:custGeom>
              <a:avLst/>
              <a:gdLst/>
              <a:ahLst/>
              <a:cxnLst/>
              <a:rect r="r" b="b" t="t" l="l"/>
              <a:pathLst>
                <a:path h="1308692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248018"/>
                  </a:lnTo>
                  <a:cubicBezTo>
                    <a:pt x="1881944" y="1281527"/>
                    <a:pt x="1854780" y="1308692"/>
                    <a:pt x="1821270" y="1308692"/>
                  </a:cubicBezTo>
                  <a:lnTo>
                    <a:pt x="60674" y="1308692"/>
                  </a:lnTo>
                  <a:cubicBezTo>
                    <a:pt x="27165" y="1308692"/>
                    <a:pt x="0" y="1281527"/>
                    <a:pt x="0" y="1248018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881944" cy="1375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114967" y="2420533"/>
            <a:ext cx="1289485" cy="1289485"/>
          </a:xfrm>
          <a:custGeom>
            <a:avLst/>
            <a:gdLst/>
            <a:ahLst/>
            <a:cxnLst/>
            <a:rect r="r" b="b" t="t" l="l"/>
            <a:pathLst>
              <a:path h="1289485" w="1289485">
                <a:moveTo>
                  <a:pt x="0" y="0"/>
                </a:moveTo>
                <a:lnTo>
                  <a:pt x="1289486" y="0"/>
                </a:lnTo>
                <a:lnTo>
                  <a:pt x="1289486" y="1289485"/>
                </a:lnTo>
                <a:lnTo>
                  <a:pt x="0" y="1289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1186" y="5087461"/>
            <a:ext cx="588311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repositorio es el espacio donde Git almacena la información de control de versiones de un proyecto.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 existir: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Repositorio local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Repositorio remoto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Normalmente ambos están conectados.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6268" y="2524255"/>
            <a:ext cx="4045420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17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¿Qué es un repositorio?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531060"/>
            <a:ext cx="8884514" cy="7727240"/>
            <a:chOff x="0" y="0"/>
            <a:chExt cx="2339954" cy="2035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954" cy="2035158"/>
            </a:xfrm>
            <a:custGeom>
              <a:avLst/>
              <a:gdLst/>
              <a:ahLst/>
              <a:cxnLst/>
              <a:rect r="r" b="b" t="t" l="l"/>
              <a:pathLst>
                <a:path h="2035158" w="2339954">
                  <a:moveTo>
                    <a:pt x="48798" y="0"/>
                  </a:moveTo>
                  <a:lnTo>
                    <a:pt x="2291156" y="0"/>
                  </a:lnTo>
                  <a:cubicBezTo>
                    <a:pt x="2304099" y="0"/>
                    <a:pt x="2316510" y="5141"/>
                    <a:pt x="2325662" y="14293"/>
                  </a:cubicBezTo>
                  <a:cubicBezTo>
                    <a:pt x="2334813" y="23444"/>
                    <a:pt x="2339954" y="35856"/>
                    <a:pt x="2339954" y="48798"/>
                  </a:cubicBezTo>
                  <a:lnTo>
                    <a:pt x="2339954" y="1986360"/>
                  </a:lnTo>
                  <a:cubicBezTo>
                    <a:pt x="2339954" y="1999302"/>
                    <a:pt x="2334813" y="2011714"/>
                    <a:pt x="2325662" y="2020865"/>
                  </a:cubicBezTo>
                  <a:cubicBezTo>
                    <a:pt x="2316510" y="2030017"/>
                    <a:pt x="2304099" y="2035158"/>
                    <a:pt x="2291156" y="2035158"/>
                  </a:cubicBezTo>
                  <a:lnTo>
                    <a:pt x="48798" y="2035158"/>
                  </a:lnTo>
                  <a:cubicBezTo>
                    <a:pt x="35856" y="2035158"/>
                    <a:pt x="23444" y="2030017"/>
                    <a:pt x="14293" y="2020865"/>
                  </a:cubicBezTo>
                  <a:cubicBezTo>
                    <a:pt x="5141" y="2011714"/>
                    <a:pt x="0" y="1999302"/>
                    <a:pt x="0" y="1986360"/>
                  </a:cubicBezTo>
                  <a:lnTo>
                    <a:pt x="0" y="48798"/>
                  </a:lnTo>
                  <a:cubicBezTo>
                    <a:pt x="0" y="35856"/>
                    <a:pt x="5141" y="23444"/>
                    <a:pt x="14293" y="14293"/>
                  </a:cubicBezTo>
                  <a:cubicBezTo>
                    <a:pt x="23444" y="5141"/>
                    <a:pt x="35856" y="0"/>
                    <a:pt x="487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3995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06010" y="3102367"/>
            <a:ext cx="7171431" cy="3823129"/>
            <a:chOff x="0" y="0"/>
            <a:chExt cx="1888772" cy="1006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8772" cy="1006915"/>
            </a:xfrm>
            <a:custGeom>
              <a:avLst/>
              <a:gdLst/>
              <a:ahLst/>
              <a:cxnLst/>
              <a:rect r="r" b="b" t="t" l="l"/>
              <a:pathLst>
                <a:path h="1006915" w="1888772">
                  <a:moveTo>
                    <a:pt x="60455" y="0"/>
                  </a:moveTo>
                  <a:lnTo>
                    <a:pt x="1828317" y="0"/>
                  </a:lnTo>
                  <a:cubicBezTo>
                    <a:pt x="1861705" y="0"/>
                    <a:pt x="1888772" y="27067"/>
                    <a:pt x="1888772" y="60455"/>
                  </a:cubicBezTo>
                  <a:lnTo>
                    <a:pt x="1888772" y="946460"/>
                  </a:lnTo>
                  <a:cubicBezTo>
                    <a:pt x="1888772" y="979848"/>
                    <a:pt x="1861705" y="1006915"/>
                    <a:pt x="1828317" y="1006915"/>
                  </a:cubicBezTo>
                  <a:lnTo>
                    <a:pt x="60455" y="1006915"/>
                  </a:lnTo>
                  <a:cubicBezTo>
                    <a:pt x="27067" y="1006915"/>
                    <a:pt x="0" y="979848"/>
                    <a:pt x="0" y="946460"/>
                  </a:cubicBezTo>
                  <a:lnTo>
                    <a:pt x="0" y="60455"/>
                  </a:lnTo>
                  <a:cubicBezTo>
                    <a:pt x="0" y="27067"/>
                    <a:pt x="27067" y="0"/>
                    <a:pt x="60455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8772" cy="107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89200" y="3742866"/>
            <a:ext cx="6205052" cy="260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28"/>
              </a:lnSpc>
            </a:pPr>
            <a:r>
              <a:rPr lang="en-US" b="true" sz="9537" spc="-42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Conceptos clave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533521" y="2753502"/>
          <a:ext cx="7425444" cy="5489575"/>
        </p:xfrm>
        <a:graphic>
          <a:graphicData uri="http://schemas.openxmlformats.org/drawingml/2006/table">
            <a:tbl>
              <a:tblPr/>
              <a:tblGrid>
                <a:gridCol w="2889089"/>
                <a:gridCol w="4536355"/>
              </a:tblGrid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Concepto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Definición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7485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Branch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Rama de desarrollo para trabajar en features/bugs sin afectar main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Main/Master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Rama principal, la "base" del proyecto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Develop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Rama intermedia para integración de features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Hotfix Branch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Rama para arreglos urgentes en producción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Release Branch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Rama para preparar una nueva versión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Merge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Unir cambios de una rama a otra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7485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Merge Conflict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Cuando Git no puede resolver diferencias automáticamente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Conflict Resolution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Proceso manual de resolver conflictos en archivos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Rebase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Reaplicar commits de una rama sobre la punta de otra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</a:tbl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531060"/>
            <a:ext cx="8884514" cy="7727240"/>
            <a:chOff x="0" y="0"/>
            <a:chExt cx="2339954" cy="2035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954" cy="2035158"/>
            </a:xfrm>
            <a:custGeom>
              <a:avLst/>
              <a:gdLst/>
              <a:ahLst/>
              <a:cxnLst/>
              <a:rect r="r" b="b" t="t" l="l"/>
              <a:pathLst>
                <a:path h="2035158" w="2339954">
                  <a:moveTo>
                    <a:pt x="48798" y="0"/>
                  </a:moveTo>
                  <a:lnTo>
                    <a:pt x="2291156" y="0"/>
                  </a:lnTo>
                  <a:cubicBezTo>
                    <a:pt x="2304099" y="0"/>
                    <a:pt x="2316510" y="5141"/>
                    <a:pt x="2325662" y="14293"/>
                  </a:cubicBezTo>
                  <a:cubicBezTo>
                    <a:pt x="2334813" y="23444"/>
                    <a:pt x="2339954" y="35856"/>
                    <a:pt x="2339954" y="48798"/>
                  </a:cubicBezTo>
                  <a:lnTo>
                    <a:pt x="2339954" y="1986360"/>
                  </a:lnTo>
                  <a:cubicBezTo>
                    <a:pt x="2339954" y="1999302"/>
                    <a:pt x="2334813" y="2011714"/>
                    <a:pt x="2325662" y="2020865"/>
                  </a:cubicBezTo>
                  <a:cubicBezTo>
                    <a:pt x="2316510" y="2030017"/>
                    <a:pt x="2304099" y="2035158"/>
                    <a:pt x="2291156" y="2035158"/>
                  </a:cubicBezTo>
                  <a:lnTo>
                    <a:pt x="48798" y="2035158"/>
                  </a:lnTo>
                  <a:cubicBezTo>
                    <a:pt x="35856" y="2035158"/>
                    <a:pt x="23444" y="2030017"/>
                    <a:pt x="14293" y="2020865"/>
                  </a:cubicBezTo>
                  <a:cubicBezTo>
                    <a:pt x="5141" y="2011714"/>
                    <a:pt x="0" y="1999302"/>
                    <a:pt x="0" y="1986360"/>
                  </a:cubicBezTo>
                  <a:lnTo>
                    <a:pt x="0" y="48798"/>
                  </a:lnTo>
                  <a:cubicBezTo>
                    <a:pt x="0" y="35856"/>
                    <a:pt x="5141" y="23444"/>
                    <a:pt x="14293" y="14293"/>
                  </a:cubicBezTo>
                  <a:cubicBezTo>
                    <a:pt x="23444" y="5141"/>
                    <a:pt x="35856" y="0"/>
                    <a:pt x="487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3995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06010" y="3102367"/>
            <a:ext cx="7171431" cy="3823129"/>
            <a:chOff x="0" y="0"/>
            <a:chExt cx="1888772" cy="1006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8772" cy="1006915"/>
            </a:xfrm>
            <a:custGeom>
              <a:avLst/>
              <a:gdLst/>
              <a:ahLst/>
              <a:cxnLst/>
              <a:rect r="r" b="b" t="t" l="l"/>
              <a:pathLst>
                <a:path h="1006915" w="1888772">
                  <a:moveTo>
                    <a:pt x="60455" y="0"/>
                  </a:moveTo>
                  <a:lnTo>
                    <a:pt x="1828317" y="0"/>
                  </a:lnTo>
                  <a:cubicBezTo>
                    <a:pt x="1861705" y="0"/>
                    <a:pt x="1888772" y="27067"/>
                    <a:pt x="1888772" y="60455"/>
                  </a:cubicBezTo>
                  <a:lnTo>
                    <a:pt x="1888772" y="946460"/>
                  </a:lnTo>
                  <a:cubicBezTo>
                    <a:pt x="1888772" y="979848"/>
                    <a:pt x="1861705" y="1006915"/>
                    <a:pt x="1828317" y="1006915"/>
                  </a:cubicBezTo>
                  <a:lnTo>
                    <a:pt x="60455" y="1006915"/>
                  </a:lnTo>
                  <a:cubicBezTo>
                    <a:pt x="27067" y="1006915"/>
                    <a:pt x="0" y="979848"/>
                    <a:pt x="0" y="946460"/>
                  </a:cubicBezTo>
                  <a:lnTo>
                    <a:pt x="0" y="60455"/>
                  </a:lnTo>
                  <a:cubicBezTo>
                    <a:pt x="0" y="27067"/>
                    <a:pt x="27067" y="0"/>
                    <a:pt x="60455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8772" cy="107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89200" y="3742866"/>
            <a:ext cx="6205052" cy="260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28"/>
              </a:lnSpc>
            </a:pPr>
            <a:r>
              <a:rPr lang="en-US" b="true" sz="9537" spc="-42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Conceptos clave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533521" y="2765579"/>
          <a:ext cx="7425444" cy="4991389"/>
        </p:xfrm>
        <a:graphic>
          <a:graphicData uri="http://schemas.openxmlformats.org/drawingml/2006/table">
            <a:tbl>
              <a:tblPr/>
              <a:tblGrid>
                <a:gridCol w="2889089"/>
                <a:gridCol w="4536355"/>
              </a:tblGrid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Concepto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Definición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748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Origin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Nombre predeterminado para el repo remoto principal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Clone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Copiar un repo remoto a tu máquina local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Push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Subir commits locales al repo remoto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Pull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Traer cambios del remoto y fusionarlos (fetch + merge)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Fetch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Descargar cambios del remoto SIN fusionar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748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Remote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Conexión a un repo en servidor externo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Copia de un repo a tu cuenta en GitHub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  <a:tr h="49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 b="true">
                          <a:solidFill>
                            <a:srgbClr val="F9FAFB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Pull Request (PR)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66"/>
                        </a:lnSpc>
                        <a:defRPr/>
                      </a:pPr>
                      <a:r>
                        <a:rPr lang="en-US" sz="119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Solicitud para fusionar cambios en GitHub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53A"/>
                    </a:solidFill>
                  </a:tcPr>
                </a:tc>
              </a:tr>
            </a:tbl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6234" y="1877565"/>
            <a:ext cx="9985087" cy="7599836"/>
            <a:chOff x="0" y="0"/>
            <a:chExt cx="2629817" cy="2001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9817" cy="2001603"/>
            </a:xfrm>
            <a:custGeom>
              <a:avLst/>
              <a:gdLst/>
              <a:ahLst/>
              <a:cxnLst/>
              <a:rect r="r" b="b" t="t" l="l"/>
              <a:pathLst>
                <a:path h="2001603" w="2629817">
                  <a:moveTo>
                    <a:pt x="32565" y="0"/>
                  </a:moveTo>
                  <a:lnTo>
                    <a:pt x="2597253" y="0"/>
                  </a:lnTo>
                  <a:cubicBezTo>
                    <a:pt x="2605889" y="0"/>
                    <a:pt x="2614172" y="3431"/>
                    <a:pt x="2620279" y="9538"/>
                  </a:cubicBezTo>
                  <a:cubicBezTo>
                    <a:pt x="2626386" y="15645"/>
                    <a:pt x="2629817" y="23928"/>
                    <a:pt x="2629817" y="32565"/>
                  </a:cubicBezTo>
                  <a:lnTo>
                    <a:pt x="2629817" y="1969038"/>
                  </a:lnTo>
                  <a:cubicBezTo>
                    <a:pt x="2629817" y="1977675"/>
                    <a:pt x="2626386" y="1985958"/>
                    <a:pt x="2620279" y="1992065"/>
                  </a:cubicBezTo>
                  <a:cubicBezTo>
                    <a:pt x="2614172" y="1998172"/>
                    <a:pt x="2605889" y="2001603"/>
                    <a:pt x="2597253" y="2001603"/>
                  </a:cubicBezTo>
                  <a:lnTo>
                    <a:pt x="32565" y="2001603"/>
                  </a:lnTo>
                  <a:cubicBezTo>
                    <a:pt x="23928" y="2001603"/>
                    <a:pt x="15645" y="1998172"/>
                    <a:pt x="9538" y="1992065"/>
                  </a:cubicBezTo>
                  <a:cubicBezTo>
                    <a:pt x="3431" y="1985958"/>
                    <a:pt x="0" y="1977675"/>
                    <a:pt x="0" y="1969038"/>
                  </a:cubicBezTo>
                  <a:lnTo>
                    <a:pt x="0" y="32565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629817" cy="206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756054"/>
            <a:ext cx="6169865" cy="4028548"/>
            <a:chOff x="0" y="0"/>
            <a:chExt cx="1624985" cy="10610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4985" cy="1061017"/>
            </a:xfrm>
            <a:custGeom>
              <a:avLst/>
              <a:gdLst/>
              <a:ahLst/>
              <a:cxnLst/>
              <a:rect r="r" b="b" t="t" l="l"/>
              <a:pathLst>
                <a:path h="1061017" w="1624985">
                  <a:moveTo>
                    <a:pt x="70269" y="0"/>
                  </a:moveTo>
                  <a:lnTo>
                    <a:pt x="1554716" y="0"/>
                  </a:lnTo>
                  <a:cubicBezTo>
                    <a:pt x="1593525" y="0"/>
                    <a:pt x="1624985" y="31460"/>
                    <a:pt x="1624985" y="70269"/>
                  </a:cubicBezTo>
                  <a:lnTo>
                    <a:pt x="1624985" y="990748"/>
                  </a:lnTo>
                  <a:cubicBezTo>
                    <a:pt x="1624985" y="1009385"/>
                    <a:pt x="1617582" y="1027258"/>
                    <a:pt x="1604404" y="1040436"/>
                  </a:cubicBezTo>
                  <a:cubicBezTo>
                    <a:pt x="1591226" y="1053613"/>
                    <a:pt x="1573353" y="1061017"/>
                    <a:pt x="1554716" y="1061017"/>
                  </a:cubicBezTo>
                  <a:lnTo>
                    <a:pt x="70269" y="1061017"/>
                  </a:lnTo>
                  <a:cubicBezTo>
                    <a:pt x="31460" y="1061017"/>
                    <a:pt x="0" y="1029556"/>
                    <a:pt x="0" y="990748"/>
                  </a:cubicBezTo>
                  <a:lnTo>
                    <a:pt x="0" y="70269"/>
                  </a:lnTo>
                  <a:cubicBezTo>
                    <a:pt x="0" y="31460"/>
                    <a:pt x="31460" y="0"/>
                    <a:pt x="70269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24985" cy="1127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8532" y="2430354"/>
            <a:ext cx="6367702" cy="25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17"/>
              </a:lnSpc>
            </a:pPr>
            <a:r>
              <a:rPr lang="en-US" sz="7297" spc="-32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Comandos basicos 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8146966" y="2239740"/>
          <a:ext cx="9529762" cy="7015162"/>
        </p:xfrm>
        <a:graphic>
          <a:graphicData uri="http://schemas.openxmlformats.org/drawingml/2006/table">
            <a:tbl>
              <a:tblPr/>
              <a:tblGrid>
                <a:gridCol w="3643312"/>
                <a:gridCol w="3057525"/>
                <a:gridCol w="2828925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Comando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Ejemplo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init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Inicializar un repositorio nuevo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init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72866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clone &lt;url&gt;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Clonar un repositorio remoto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clone https://github.com/usuario/repo.git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 estado de cambios actuales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add &lt;archivo&gt;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Agregar archivos al área de staging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add index.html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add 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Agregar TODOS los archivos modificados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add 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commit -m "mensaje"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Crear un commit con mensaje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commit -m "feat: agregar login"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push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Subir commits al repositorio remoto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push origin main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pull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Traer cambios del repositorio remoto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pull origin main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fetch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Descargar cambios sin fusionarlos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fetch origin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log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 historial de commits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 log --oneline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Gracias!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11960" y="9002119"/>
            <a:ext cx="4747340" cy="8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Ing. Jesús Alejandro Hernández Alonso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1369" y="645384"/>
            <a:ext cx="690432" cy="690432"/>
          </a:xfrm>
          <a:custGeom>
            <a:avLst/>
            <a:gdLst/>
            <a:ahLst/>
            <a:cxnLst/>
            <a:rect r="r" b="b" t="t" l="l"/>
            <a:pathLst>
              <a:path h="690432" w="690432">
                <a:moveTo>
                  <a:pt x="0" y="0"/>
                </a:moveTo>
                <a:lnTo>
                  <a:pt x="690432" y="0"/>
                </a:lnTo>
                <a:lnTo>
                  <a:pt x="690432" y="690432"/>
                </a:lnTo>
                <a:lnTo>
                  <a:pt x="0" y="6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DAHSndQzoxc</dc:identifier>
  <dcterms:modified xsi:type="dcterms:W3CDTF">2011-08-01T06:04:30Z</dcterms:modified>
  <cp:revision>1</cp:revision>
  <dc:title>Black Modern Gradient Programmer Presentation</dc:title>
</cp:coreProperties>
</file>